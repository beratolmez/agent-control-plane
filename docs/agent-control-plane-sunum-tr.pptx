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306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91F2A"/>
                </a:solidFill>
                <a:latin typeface="Aptos"/>
              </a:rPr>
              <a:t>Agent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B6575"/>
                </a:solidFill>
                <a:latin typeface="Aptos"/>
              </a:rPr>
              <a:t>Pi tabanlı uzun süreli agent loop sistemi: mimari, çalışma akışı ve kullanım senaryoları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77639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3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4105655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060C4"/>
                </a:solidFill>
                <a:latin typeface="Aptos"/>
              </a:rP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507992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F2A"/>
                </a:solidFill>
                <a:latin typeface="Aptos"/>
              </a:rPr>
              <a:t>Bun + Hono</a:t>
            </a:r>
            <a:br/>
            <a:r>
              <a:t>React + Vite</a:t>
            </a:r>
            <a:br/>
            <a:r>
              <a:t>Pi + Neon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977639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3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4105655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915D"/>
                </a:solidFill>
                <a:latin typeface="Aptos"/>
              </a:rPr>
              <a:t>Amaç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4507992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F2A"/>
                </a:solidFill>
                <a:latin typeface="Aptos"/>
              </a:rPr>
              <a:t>Uzun agent işlerini</a:t>
            </a:r>
            <a:br/>
            <a:r>
              <a:t>izlenebilir hale getirmek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977639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3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4105655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D842D"/>
                </a:solidFill>
                <a:latin typeface="Aptos"/>
              </a:rPr>
              <a:t>Kapsam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2" y="4507992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F2A"/>
                </a:solidFill>
                <a:latin typeface="Aptos"/>
              </a:rPr>
              <a:t>Kurulum, model, loop,</a:t>
            </a:r>
            <a:br/>
            <a:r>
              <a:t>veri akışı, Retool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Bu Proje Nedir?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Uzun süren agent görevlerini izlenebilir döngüler halinde çalıştıran bir kontrol panelidir.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Kullanıcı bir hedef verir; backend hedefi round'lara böler ve agent çalıştırır.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Her run, token kullanımı, çıktı ve hata bilgisi Neon Postgres'e kaydedilir.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React dashboard canlı durumu, run geçmişini ve insan onayı gereken noktaları gösterir.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Ana Bileşenler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3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453895"/>
            <a:ext cx="5065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060C4"/>
                </a:solidFill>
                <a:latin typeface="Aptos"/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856231"/>
            <a:ext cx="5065776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F2A"/>
                </a:solidFill>
                <a:latin typeface="Aptos"/>
              </a:rPr>
              <a:t>- Bun + TypeScript + Hono</a:t>
            </a:r>
            <a:br/>
            <a:r>
              <a:t>- Loop lifecycle yönetimi</a:t>
            </a:r>
            <a:br/>
            <a:r>
              <a:t>- Pi CLI çağrısı</a:t>
            </a:r>
            <a:br/>
            <a:r>
              <a:t>- Neon veritabanı erişimi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3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453895"/>
            <a:ext cx="5065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915D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1856231"/>
            <a:ext cx="5065776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F2A"/>
                </a:solidFill>
                <a:latin typeface="Aptos"/>
              </a:rPr>
              <a:t>- Vite + React + TypeScript</a:t>
            </a:r>
            <a:br/>
            <a:r>
              <a:t>- Goal başlatma formu</a:t>
            </a:r>
            <a:br/>
            <a:r>
              <a:t>- Canlı loop paneli</a:t>
            </a:r>
            <a:br/>
            <a:r>
              <a:t>- Run history tablosu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Uçtan Uca Akış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1508760" cy="713232"/>
          </a:xfrm>
          <a:prstGeom prst="roundRect">
            <a:avLst>
              <a:gd name="adj" fmla="val 12000"/>
            </a:avLst>
          </a:prstGeom>
          <a:solidFill>
            <a:srgbClr val="306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Kullanıcı Goal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84832" y="1645920"/>
            <a:ext cx="384048" cy="256032"/>
          </a:xfrm>
          <a:prstGeom prst="rightArrow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14600" y="141732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React UI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33672" y="1645920"/>
            <a:ext cx="384048" cy="256032"/>
          </a:xfrm>
          <a:prstGeom prst="rightArrow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417320"/>
            <a:ext cx="1508760" cy="713232"/>
          </a:xfrm>
          <a:prstGeom prst="roundRect">
            <a:avLst>
              <a:gd name="adj" fmla="val 12000"/>
            </a:avLst>
          </a:prstGeom>
          <a:solidFill>
            <a:srgbClr val="DD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Backend API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45352" y="1645920"/>
            <a:ext cx="384048" cy="256032"/>
          </a:xfrm>
          <a:prstGeom prst="rightArrow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1417320"/>
            <a:ext cx="1691640" cy="713232"/>
          </a:xfrm>
          <a:prstGeom prst="roundRect">
            <a:avLst>
              <a:gd name="adj" fmla="val 12000"/>
            </a:avLst>
          </a:prstGeom>
          <a:solidFill>
            <a:srgbClr val="34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Loop Driver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39912" y="1645920"/>
            <a:ext cx="384048" cy="256032"/>
          </a:xfrm>
          <a:prstGeom prst="rightArrow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0" y="141732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306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Pi 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588752" y="1645920"/>
            <a:ext cx="384048" cy="256032"/>
          </a:xfrm>
          <a:prstGeom prst="rightArrow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018519" y="1417320"/>
            <a:ext cx="1508760" cy="713232"/>
          </a:xfrm>
          <a:prstGeom prst="roundRect">
            <a:avLst>
              <a:gd name="adj" fmla="val 12000"/>
            </a:avLst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Neon +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91F2A"/>
                </a:solidFill>
                <a:latin typeface="Aptos"/>
              </a:rPr>
              <a:t>Frontend hedefi `/api/loops` endpoint'ine gönderir.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91F2A"/>
                </a:solidFill>
                <a:latin typeface="Aptos"/>
              </a:rPr>
              <a:t>Backend loop kaydını açar ve arka planda `runLoop()` çalıştırır.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91F2A"/>
                </a:solidFill>
                <a:latin typeface="Aptos"/>
              </a:rPr>
              <a:t>Pi her round için model/provider tarafında tekil agent çalıştırır.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91F2A"/>
                </a:solidFill>
                <a:latin typeface="Aptos"/>
              </a:rPr>
              <a:t>Dosyalar workspace'e; run kayıtları Neon'a yazılır.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Loop Sistemini Kim Sağlıyor?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Loop sistemi Pi'nin değil, projenin backend kodunun sorumluluğundadır.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`backend/src/loop.ts` gerçek döngüyü, durum geçişlerini ve worker fan-out mantığını yönetir.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`backend/src/pi.ts` sadece tek bir Pi agent çağrısını başlatır ve JSON event stream'i parse eder.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Pi burada model/provider/tool runtime'ı gibi davranır.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Orchestrated Mod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Varsayılan moddur: önce orchestrator agent çalışır.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Orchestrator read-only tool'larla mevcut ilerlemeyi inceler.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Devam edilecekse 1-4 arası worker task üretir.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Worker agent'lar aynı round içinde paralel çalıştırılabilir.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Orchestrator `done` derse loop tamamlanır.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Ralph Mod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Tek agent'lı klasik loop modelidir.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Her iteration bir küçük, doğrulanabilir ilerleme yapar.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Agent final mesajına `LOOP_STATUS: CONTINUE` veya `LOOP_STATUS: DONE` yazar.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Backend regex ile bu sentinel satırını okuyarak devam veya bitiş kararı verir.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Model ve Provider Katmanı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Backend modele doğrudan bağlanmaz; Pi CLI'a `PI_MODEL` parametresini verir.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Aynı proje Groq, Mistral, OpenRouter, OpenAI/Codex, Gemini veya Ollama ile çalışabilir.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Mevcut kodda orchestrator ve worker aynı `PI_MODEL` değerini kullanır.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Farklı task'lara farklı model atama mevcut değildir; ama mimari olarak eklenebilir.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Senin Mevcut Kurulumun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Backend portu: `http://localhost:8788`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Frontend portu: `http://localhost:5173`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Aktif model: `mistral/devstral-small-2507`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Pi binary: `C:\Users\olmezpc\AppData\Roaming\npm\pi.cmd`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Neon bağlantısı `.env` üzerinden sağlanıyor.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Veriler ve Dosyalar Nereye Gider?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3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453895"/>
            <a:ext cx="5065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060C4"/>
                </a:solidFill>
                <a:latin typeface="Aptos"/>
              </a:rPr>
              <a:t>Diskte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856231"/>
            <a:ext cx="5065776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F2A"/>
                </a:solidFill>
                <a:latin typeface="Aptos"/>
              </a:rPr>
              <a:t>- `backend/workspaces/&lt;loop-id&gt;/`</a:t>
            </a:r>
            <a:br/>
            <a:r>
              <a:t>- Agent'ın yazdığı gerçek dosyalar</a:t>
            </a:r>
            <a:br/>
            <a:r>
              <a:t>- `PROGRESS.md` ilerleme durumu</a:t>
            </a:r>
            <a:br/>
            <a:r>
              <a:t>- Loop'a özel çalışma alanı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3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453895"/>
            <a:ext cx="5065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915D"/>
                </a:solidFill>
                <a:latin typeface="Aptos"/>
              </a:rPr>
              <a:t>Neon'da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1856231"/>
            <a:ext cx="5065776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F2A"/>
                </a:solidFill>
                <a:latin typeface="Aptos"/>
              </a:rPr>
              <a:t>- `loops` hedef ve durum</a:t>
            </a:r>
            <a:br/>
            <a:r>
              <a:t>- `runs` agent çıktıları</a:t>
            </a:r>
            <a:br/>
            <a:r>
              <a:t>- `run_events` tool/text event'leri</a:t>
            </a:r>
            <a:br/>
            <a:r>
              <a:t>- Token, cost, hata ve session bilgisi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GitHub Repo Üzerinde Çalışma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Mevcut sistem seçtiğin GitHub repo kökünde değil, izole loop workspace'inde çalışır.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Repo düzenletmek için agent'a workspace içine clone yaptırabilir veya patch ürettirebilirsin.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Gerçek lokal repo kökünde çalışması için projeye `target repo path` özelliği eklenmelidir.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Bu özellik eklenirse dashboard'dan repo yolu seçilir ve Pi o klasörde çalıştırılır.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Retool Ne İşe Yarar?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Retool zorunlu değildir; yerel React dashboard zaten çalışır.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Retool, bu sistemi şirket içi/admin panel olarak yayınlamak için kullanılır.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Neon'a managed Postgres resource ile bağlanabilir.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Resume/stop gibi pahalı aksiyonlar permission ve confirm dialog arkasına alınabilir.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Audit log, rol bazlı erişim ve operasyonel görünürlük sağlar.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API ve Kontrol Noktaları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`GET /api/health`: API sağlığı ve aktif model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`POST /api/loops`: yeni loop başlatma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`GET /api/loops`: loop listesi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`GET /api/runs`: run geçmişi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`POST /api/loops/:id/pause`: current round sonrası duraklatma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`POST /api/loops/:id/resume`: iteration cap sonrası devam onayı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`POST /api/loops/:id/stop`: loop'u durdurma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Güvenlik ve Operasyon Notları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Worker agent'lar `read,bash,edit,write` tool'larıyla gerçek dosya ve komut erişimine sahiptir.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API key ve Neon connection string `.env` içinde tutulmalı, repoya commit edilmemelidir.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Ücretsiz model sağlayıcılarında rate limit ve tool compatibility değişebilir.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Yerel repo üzerinde çalışma açılırsa path allowlist ve sandbox politikası eklenmelidir.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Port çakışmalarında backend `PORT` ve frontend `VITE_API_URL` birlikte değiştirilmelidir.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Geliştirme Fırsatları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Dashboard'a hedef repo yolu seçimi eklemek.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Orchestrator ve worker için ayrı model ayarı eklemek.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Task büyüklüğüne göre model yönlendirme yapmak.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Loop workspace diff görüntüleme ve patch export eklemek.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Retool veya başka bir internal tool üzerinden rol bazlı kontrol sağlamak.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91F2A"/>
                </a:solidFill>
                <a:latin typeface="Aptos"/>
              </a:rPr>
              <a:t>Özet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Bu sistem, uzun süreli agent işlerini izlenebilir ve onaylanabilir loop'lara dönüştürür.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Loop mantığı backend'dedir; Pi model/provider runtime'ıdır.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Neon geçmişi, workspace ise gerçek dosyaları saklar.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Groq, Mistral, OpenRouter, Gemini, OpenAI/Codex ve Ollama gibi sağlayıcılara Pi üzerinden bağlanabilir.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91F2A"/>
                </a:solidFill>
                <a:latin typeface="Aptos"/>
              </a:rPr>
              <a:t>Repo üzerinde gerçek çalışma ve gelişmiş model routing için küçük ama etkili ürünleştirme adımları gerekir.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88952" cy="18288"/>
          </a:xfrm>
          <a:prstGeom prst="rect">
            <a:avLst/>
          </a:prstGeom>
          <a:solidFill>
            <a:srgbClr val="D3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5683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575"/>
                </a:solidFill>
                <a:latin typeface="Aptos"/>
              </a:rPr>
              <a:t>Agent Control Plane | Türkçe sistem sunumu |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